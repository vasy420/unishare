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B125D5-F9A8-41EF-B245-39CD042007BD}" v="8" dt="2024-09-14T18:20:03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41" autoAdjust="0"/>
  </p:normalViewPr>
  <p:slideViewPr>
    <p:cSldViewPr snapToGrid="0" snapToObject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reddy" userId="5a3045dfe5029ecc" providerId="LiveId" clId="{84B125D5-F9A8-41EF-B245-39CD042007BD}"/>
    <pc:docChg chg="undo custSel modSld">
      <pc:chgData name="sandeep reddy" userId="5a3045dfe5029ecc" providerId="LiveId" clId="{84B125D5-F9A8-41EF-B245-39CD042007BD}" dt="2024-09-14T18:20:50.711" v="619" actId="14100"/>
      <pc:docMkLst>
        <pc:docMk/>
      </pc:docMkLst>
      <pc:sldChg chg="modSp mod">
        <pc:chgData name="sandeep reddy" userId="5a3045dfe5029ecc" providerId="LiveId" clId="{84B125D5-F9A8-41EF-B245-39CD042007BD}" dt="2024-09-14T17:32:24.585" v="225" actId="6549"/>
        <pc:sldMkLst>
          <pc:docMk/>
          <pc:sldMk cId="0" sldId="281"/>
        </pc:sldMkLst>
        <pc:spChg chg="mod">
          <ac:chgData name="sandeep reddy" userId="5a3045dfe5029ecc" providerId="LiveId" clId="{84B125D5-F9A8-41EF-B245-39CD042007BD}" dt="2024-09-14T17:32:24.585" v="225" actId="6549"/>
          <ac:spMkLst>
            <pc:docMk/>
            <pc:sldMk cId="0" sldId="281"/>
            <ac:spMk id="7" creationId="{00000000-0000-0000-0000-000000000000}"/>
          </ac:spMkLst>
        </pc:spChg>
        <pc:spChg chg="mod">
          <ac:chgData name="sandeep reddy" userId="5a3045dfe5029ecc" providerId="LiveId" clId="{84B125D5-F9A8-41EF-B245-39CD042007BD}" dt="2024-09-14T16:58:52.061" v="86" actId="20577"/>
          <ac:spMkLst>
            <pc:docMk/>
            <pc:sldMk cId="0" sldId="281"/>
            <ac:spMk id="22" creationId="{34361E62-4A50-FFD5-A0FE-F4D64B74E307}"/>
          </ac:spMkLst>
        </pc:spChg>
      </pc:sldChg>
      <pc:sldChg chg="modSp mod">
        <pc:chgData name="sandeep reddy" userId="5a3045dfe5029ecc" providerId="LiveId" clId="{84B125D5-F9A8-41EF-B245-39CD042007BD}" dt="2024-09-14T17:32:07.851" v="210" actId="20577"/>
        <pc:sldMkLst>
          <pc:docMk/>
          <pc:sldMk cId="0" sldId="290"/>
        </pc:sldMkLst>
        <pc:spChg chg="mod">
          <ac:chgData name="sandeep reddy" userId="5a3045dfe5029ecc" providerId="LiveId" clId="{84B125D5-F9A8-41EF-B245-39CD042007BD}" dt="2024-09-14T17:07:46.489" v="201" actId="20577"/>
          <ac:spMkLst>
            <pc:docMk/>
            <pc:sldMk cId="0" sldId="290"/>
            <ac:spMk id="2" creationId="{7FAF986A-30C2-76B5-C638-35C1F9996C9E}"/>
          </ac:spMkLst>
        </pc:spChg>
        <pc:spChg chg="mod">
          <ac:chgData name="sandeep reddy" userId="5a3045dfe5029ecc" providerId="LiveId" clId="{84B125D5-F9A8-41EF-B245-39CD042007BD}" dt="2024-09-14T17:32:07.851" v="210" actId="20577"/>
          <ac:spMkLst>
            <pc:docMk/>
            <pc:sldMk cId="0" sldId="290"/>
            <ac:spMk id="7" creationId="{00000000-0000-0000-0000-000000000000}"/>
          </ac:spMkLst>
        </pc:spChg>
      </pc:sldChg>
      <pc:sldChg chg="modSp mod">
        <pc:chgData name="sandeep reddy" userId="5a3045dfe5029ecc" providerId="LiveId" clId="{84B125D5-F9A8-41EF-B245-39CD042007BD}" dt="2024-09-14T18:13:08.040" v="589" actId="1076"/>
        <pc:sldMkLst>
          <pc:docMk/>
          <pc:sldMk cId="0" sldId="291"/>
        </pc:sldMkLst>
        <pc:spChg chg="mod">
          <ac:chgData name="sandeep reddy" userId="5a3045dfe5029ecc" providerId="LiveId" clId="{84B125D5-F9A8-41EF-B245-39CD042007BD}" dt="2024-09-14T18:12:56.689" v="586" actId="1076"/>
          <ac:spMkLst>
            <pc:docMk/>
            <pc:sldMk cId="0" sldId="291"/>
            <ac:spMk id="10" creationId="{00000000-0000-0000-0000-000000000000}"/>
          </ac:spMkLst>
        </pc:spChg>
        <pc:picChg chg="mod">
          <ac:chgData name="sandeep reddy" userId="5a3045dfe5029ecc" providerId="LiveId" clId="{84B125D5-F9A8-41EF-B245-39CD042007BD}" dt="2024-09-14T18:13:08.040" v="589" actId="1076"/>
          <ac:picMkLst>
            <pc:docMk/>
            <pc:sldMk cId="0" sldId="291"/>
            <ac:picMk id="5" creationId="{9120848B-B2B4-45BE-A961-AEC0B06CF41B}"/>
          </ac:picMkLst>
        </pc:picChg>
      </pc:sldChg>
      <pc:sldChg chg="addSp delSp modSp mod">
        <pc:chgData name="sandeep reddy" userId="5a3045dfe5029ecc" providerId="LiveId" clId="{84B125D5-F9A8-41EF-B245-39CD042007BD}" dt="2024-09-14T18:10:12.534" v="558" actId="255"/>
        <pc:sldMkLst>
          <pc:docMk/>
          <pc:sldMk cId="3753387913" sldId="293"/>
        </pc:sldMkLst>
        <pc:spChg chg="add del">
          <ac:chgData name="sandeep reddy" userId="5a3045dfe5029ecc" providerId="LiveId" clId="{84B125D5-F9A8-41EF-B245-39CD042007BD}" dt="2024-09-14T17:28:54.679" v="204" actId="11529"/>
          <ac:spMkLst>
            <pc:docMk/>
            <pc:sldMk cId="3753387913" sldId="293"/>
            <ac:spMk id="2" creationId="{12ADEA82-41F0-A622-18FD-42DC911D8C17}"/>
          </ac:spMkLst>
        </pc:spChg>
        <pc:spChg chg="add mod">
          <ac:chgData name="sandeep reddy" userId="5a3045dfe5029ecc" providerId="LiveId" clId="{84B125D5-F9A8-41EF-B245-39CD042007BD}" dt="2024-09-14T17:58:51.506" v="362" actId="14100"/>
          <ac:spMkLst>
            <pc:docMk/>
            <pc:sldMk cId="3753387913" sldId="293"/>
            <ac:spMk id="3" creationId="{E5BC8D56-B6B7-9162-59AD-AE576D012624}"/>
          </ac:spMkLst>
        </pc:spChg>
        <pc:spChg chg="add del">
          <ac:chgData name="sandeep reddy" userId="5a3045dfe5029ecc" providerId="LiveId" clId="{84B125D5-F9A8-41EF-B245-39CD042007BD}" dt="2024-09-14T17:57:38.931" v="355" actId="478"/>
          <ac:spMkLst>
            <pc:docMk/>
            <pc:sldMk cId="3753387913" sldId="293"/>
            <ac:spMk id="4" creationId="{CF7A6232-1972-E6A1-F600-C9BDC7C5BA9C}"/>
          </ac:spMkLst>
        </pc:spChg>
        <pc:spChg chg="add mod">
          <ac:chgData name="sandeep reddy" userId="5a3045dfe5029ecc" providerId="LiveId" clId="{84B125D5-F9A8-41EF-B245-39CD042007BD}" dt="2024-09-14T18:04:22.933" v="440" actId="255"/>
          <ac:spMkLst>
            <pc:docMk/>
            <pc:sldMk cId="3753387913" sldId="293"/>
            <ac:spMk id="5" creationId="{0E7DB8D7-B6FA-4C6C-EB90-6D951AB476CA}"/>
          </ac:spMkLst>
        </pc:spChg>
        <pc:spChg chg="mod">
          <ac:chgData name="sandeep reddy" userId="5a3045dfe5029ecc" providerId="LiveId" clId="{84B125D5-F9A8-41EF-B245-39CD042007BD}" dt="2024-09-14T17:31:58.130" v="207" actId="20577"/>
          <ac:spMkLst>
            <pc:docMk/>
            <pc:sldMk cId="3753387913" sldId="293"/>
            <ac:spMk id="7" creationId="{00000000-0000-0000-0000-000000000000}"/>
          </ac:spMkLst>
        </pc:spChg>
        <pc:spChg chg="del mod">
          <ac:chgData name="sandeep reddy" userId="5a3045dfe5029ecc" providerId="LiveId" clId="{84B125D5-F9A8-41EF-B245-39CD042007BD}" dt="2024-09-14T17:45:52.909" v="230" actId="478"/>
          <ac:spMkLst>
            <pc:docMk/>
            <pc:sldMk cId="3753387913" sldId="293"/>
            <ac:spMk id="9" creationId="{B6548344-153A-6718-0607-89CF5007BBE0}"/>
          </ac:spMkLst>
        </pc:spChg>
        <pc:spChg chg="add mod">
          <ac:chgData name="sandeep reddy" userId="5a3045dfe5029ecc" providerId="LiveId" clId="{84B125D5-F9A8-41EF-B245-39CD042007BD}" dt="2024-09-14T18:06:51.248" v="481" actId="255"/>
          <ac:spMkLst>
            <pc:docMk/>
            <pc:sldMk cId="3753387913" sldId="293"/>
            <ac:spMk id="12" creationId="{6134B6EB-747B-267B-2E64-FF788E92117A}"/>
          </ac:spMkLst>
        </pc:spChg>
        <pc:spChg chg="add mod">
          <ac:chgData name="sandeep reddy" userId="5a3045dfe5029ecc" providerId="LiveId" clId="{84B125D5-F9A8-41EF-B245-39CD042007BD}" dt="2024-09-14T18:10:12.534" v="558" actId="255"/>
          <ac:spMkLst>
            <pc:docMk/>
            <pc:sldMk cId="3753387913" sldId="293"/>
            <ac:spMk id="13" creationId="{1575F94F-208C-70DD-9C4F-67D4664BF363}"/>
          </ac:spMkLst>
        </pc:spChg>
      </pc:sldChg>
      <pc:sldChg chg="addSp modSp mod">
        <pc:chgData name="sandeep reddy" userId="5a3045dfe5029ecc" providerId="LiveId" clId="{84B125D5-F9A8-41EF-B245-39CD042007BD}" dt="2024-09-14T18:20:50.711" v="619" actId="14100"/>
        <pc:sldMkLst>
          <pc:docMk/>
          <pc:sldMk cId="2997144140" sldId="294"/>
        </pc:sldMkLst>
        <pc:spChg chg="mod">
          <ac:chgData name="sandeep reddy" userId="5a3045dfe5029ecc" providerId="LiveId" clId="{84B125D5-F9A8-41EF-B245-39CD042007BD}" dt="2024-09-14T18:17:30.584" v="597" actId="14100"/>
          <ac:spMkLst>
            <pc:docMk/>
            <pc:sldMk cId="2997144140" sldId="294"/>
            <ac:spMk id="13" creationId="{F5FFFD8A-8B84-745C-88EC-1E833A07028D}"/>
          </ac:spMkLst>
        </pc:spChg>
        <pc:spChg chg="mod">
          <ac:chgData name="sandeep reddy" userId="5a3045dfe5029ecc" providerId="LiveId" clId="{84B125D5-F9A8-41EF-B245-39CD042007BD}" dt="2024-09-14T18:19:01.955" v="605" actId="1076"/>
          <ac:spMkLst>
            <pc:docMk/>
            <pc:sldMk cId="2997144140" sldId="294"/>
            <ac:spMk id="14" creationId="{222B9424-00FF-8922-B670-7E97E558C14E}"/>
          </ac:spMkLst>
        </pc:spChg>
        <pc:spChg chg="mod">
          <ac:chgData name="sandeep reddy" userId="5a3045dfe5029ecc" providerId="LiveId" clId="{84B125D5-F9A8-41EF-B245-39CD042007BD}" dt="2024-09-14T18:19:08.064" v="606" actId="1076"/>
          <ac:spMkLst>
            <pc:docMk/>
            <pc:sldMk cId="2997144140" sldId="294"/>
            <ac:spMk id="17" creationId="{84591812-197D-51B0-1C91-3D9FB757DE63}"/>
          </ac:spMkLst>
        </pc:spChg>
        <pc:spChg chg="mod">
          <ac:chgData name="sandeep reddy" userId="5a3045dfe5029ecc" providerId="LiveId" clId="{84B125D5-F9A8-41EF-B245-39CD042007BD}" dt="2024-09-14T18:19:34.067" v="609" actId="14100"/>
          <ac:spMkLst>
            <pc:docMk/>
            <pc:sldMk cId="2997144140" sldId="294"/>
            <ac:spMk id="18" creationId="{23C01A67-3BDB-4F82-8B66-D838E5B20D34}"/>
          </ac:spMkLst>
        </pc:spChg>
        <pc:picChg chg="add mod">
          <ac:chgData name="sandeep reddy" userId="5a3045dfe5029ecc" providerId="LiveId" clId="{84B125D5-F9A8-41EF-B245-39CD042007BD}" dt="2024-09-14T18:20:50.711" v="619" actId="14100"/>
          <ac:picMkLst>
            <pc:docMk/>
            <pc:sldMk cId="2997144140" sldId="294"/>
            <ac:picMk id="3" creationId="{C6FBF632-ECB3-3AFF-0818-169C77D501C8}"/>
          </ac:picMkLst>
        </pc:picChg>
      </pc:sldChg>
      <pc:sldChg chg="modSp mod">
        <pc:chgData name="sandeep reddy" userId="5a3045dfe5029ecc" providerId="LiveId" clId="{84B125D5-F9A8-41EF-B245-39CD042007BD}" dt="2024-09-14T17:32:38.009" v="228" actId="20577"/>
        <pc:sldMkLst>
          <pc:docMk/>
          <pc:sldMk cId="3916788613" sldId="296"/>
        </pc:sldMkLst>
        <pc:spChg chg="mod">
          <ac:chgData name="sandeep reddy" userId="5a3045dfe5029ecc" providerId="LiveId" clId="{84B125D5-F9A8-41EF-B245-39CD042007BD}" dt="2024-09-14T17:32:38.009" v="228" actId="20577"/>
          <ac:spMkLst>
            <pc:docMk/>
            <pc:sldMk cId="3916788613" sldId="296"/>
            <ac:spMk id="7" creationId="{00000000-0000-0000-0000-000000000000}"/>
          </ac:spMkLst>
        </pc:spChg>
        <pc:spChg chg="mod">
          <ac:chgData name="sandeep reddy" userId="5a3045dfe5029ecc" providerId="LiveId" clId="{84B125D5-F9A8-41EF-B245-39CD042007BD}" dt="2024-09-14T16:52:20.652" v="42" actId="20577"/>
          <ac:spMkLst>
            <pc:docMk/>
            <pc:sldMk cId="3916788613" sldId="296"/>
            <ac:spMk id="9" creationId="{CCCB8B27-B6EF-486D-3714-CAADA308E300}"/>
          </ac:spMkLst>
        </pc:spChg>
        <pc:spChg chg="mod">
          <ac:chgData name="sandeep reddy" userId="5a3045dfe5029ecc" providerId="LiveId" clId="{84B125D5-F9A8-41EF-B245-39CD042007BD}" dt="2024-09-14T16:52:29.076" v="43" actId="1076"/>
          <ac:spMkLst>
            <pc:docMk/>
            <pc:sldMk cId="3916788613" sldId="296"/>
            <ac:spMk id="12" creationId="{A7D1A241-78C2-8346-CE82-99BAFEB24647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6:27:57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5029 176 24575,'-6'17'0,"0"1"0,1 0 0,1-1 0,0 2 0,-1 25 0,0-7 0,-18 257 27,24 3-61,1-125-80,-1 2808-5859,15-2487 7328,-3-364-432,51 229 0,1-59 130,25 95-142,44 16-887,-102-316 99,67 301 573,-69-256-610,82 294-86,-6-25 0,1 114 0,-42-171 0,7 50 0,-64-339 0,28 298 0,-2 1 0,-15-207 0,-12-105 0,2 0 0,2 0 0,2-1 0,32 77 0,-38-111 0,0 1 0,0-1 0,2-1 0,0 1 0,0-2 0,1 1 0,1-1 0,0 0 0,1-1 0,0-1 0,0 0 0,1 0 0,0-2 0,1 1 0,0-2 0,1 0 0,-1 0 0,30 8 0,37 7-279,1-2 0,109 10 1,174-1-1166,-262-22 1141,-55-4 134,1139 56-3859,-209-52 1762,-59-2 1239,-2 28 958,1652 65-3322,-1288-100 5064,-376 0 6804,-689 19-6912,-155-10-959,1-1 0,116-7 0,-173 1-606,0-1 0,0 1 0,1-1 0,-1 0 0,0-1 0,0 1 0,0-1 0,0 0 0,-1 0 0,1-1 0,0 1 0,-1-1 0,0 0 0,1 0 0,4-6 0,-6 5 0,0-1 0,0 0 0,0 0 0,0 0 0,-1 0 0,0-1 0,0 1 0,0-1 0,-1 1 0,0-1 0,0 1 0,0-1 0,-1-11 0,1-20 0,1 0 0,2 0 0,2 1 0,11-40 0,47-104 0,16-62 0,-50 89-243,14-243 1,-38 326 162,18-509-819,-34-3 170,-14 127-851,-100-548 1,-25 46 592,92 571 987,-12-85 0,-133-793-680,123 878 429,-218-642 0,272 958 320,-56-148 184,57 161 1046,-56-93 0,68 130-1022,2 2 367,-1 1 1,-1 0-1,-17-19 0,25 31-527,-1 1-1,0 0 1,0 0-1,0 0 1,0 1-1,-1-1 0,1 1 1,-1 0-1,0 1 1,0 0-1,0 0 1,0 0-1,0 0 1,-12 0-1,-47-1-116,-85 6 0,81 0 0,-149 6-249,-446 8-2459,449-21 1510,-237-36 0,-367-114-1413,4-48 472,279 67 991,9 11 165,-72-1 0,-2251-350-2123,670 245 3048,-13 114 56,123 114 61,1706 10 178,82 6-14,168-6 411,-117 25 1,210-29-476,9-2 84,-1 0 0,1 1 0,0 0 0,0 1-1,0 0 1,-20 11 0,32-15-223,0 0-1,-1 0 0,1 0 0,0 0 0,0 1 0,-1-1 1,1 0-1,0 0 0,-1 0 0,1 0 0,0 0 0,0 0 1,-1 1-1,1-1 0,0 0 0,0 0 0,-1 0 1,1 0-1,0 1 0,0-1 0,0 0 0,-1 0 0,1 1 1,0-1-1,0 0 0,0 1 0,0-1 0,0 0 0,-1 0 1,1 1-1,0-1 0,0 0 0,0 1 0,0-1 1,0 0-1,0 0 0,0 1 0,0-1 0,0 0 0,0 1 1,0-1-1,0 0 0,1 1 0,-1-1 0,0 0 0,0 0 1,0 1-1,0-1 0,0 0 0,0 1 0,1-1 1,-1 0-1,0 0 0,0 0 0,1 1 0,-1-1 0,0 0 1,0 0-1,1 0 0,-1 1 0,0-1 0,0 0 0,1 0 1,-1 0-1,1 0 0,22 5 681,100 1 1145,-118-6-1785,69 0 614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i.zoom.us/v2/" TargetMode="External"/><Relationship Id="rId5" Type="http://schemas.openxmlformats.org/officeDocument/2006/relationships/hyperlink" Target="https://www.togetherplatform.com/" TargetMode="External"/><Relationship Id="rId4" Type="http://schemas.openxmlformats.org/officeDocument/2006/relationships/hyperlink" Target="https://archive.org/details/mentorsguidefaci0000zach/page/n9/mode/2up?view=thea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370190" y="1918954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630635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–SIH1630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Title- Mentor Connect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ByteForce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4006" y="0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301180"/>
            <a:ext cx="10972800" cy="144418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WISEGUIDE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FD737E7C-6E0E-4B08-9E9D-6130C95211A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07066"/>
            <a:ext cx="16077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ByteForce</a:t>
            </a:r>
            <a:endParaRPr lang="en-IN" dirty="0"/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5424" y="26590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CC6640-D13E-61EF-5169-DC75DBFBD86F}"/>
              </a:ext>
            </a:extLst>
          </p:cNvPr>
          <p:cNvSpPr/>
          <p:nvPr/>
        </p:nvSpPr>
        <p:spPr>
          <a:xfrm>
            <a:off x="6086060" y="1503435"/>
            <a:ext cx="5837584" cy="199776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000" b="1" dirty="0"/>
              <a:t>Problem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Dynamic matching of mentors and mentees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Automated scheduling and video communication and chat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Feedback system and resource sharing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1BCC9-0CB9-B699-587C-CB717189F050}"/>
              </a:ext>
            </a:extLst>
          </p:cNvPr>
          <p:cNvSpPr txBox="1"/>
          <p:nvPr/>
        </p:nvSpPr>
        <p:spPr>
          <a:xfrm>
            <a:off x="-1126434" y="1021466"/>
            <a:ext cx="5549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46FFE8EC-283D-4484-56A0-8F01F517D83E}"/>
              </a:ext>
            </a:extLst>
          </p:cNvPr>
          <p:cNvSpPr/>
          <p:nvPr/>
        </p:nvSpPr>
        <p:spPr>
          <a:xfrm>
            <a:off x="258417" y="1503435"/>
            <a:ext cx="5648739" cy="4398730"/>
          </a:xfrm>
          <a:prstGeom prst="round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>
                  <a:outerShdw blurRad="127000" dist="139700" dir="5400000" sx="1000" sy="1000" algn="ctr" rotWithShape="0">
                    <a:srgbClr val="000000"/>
                  </a:outerShdw>
                </a:effectLst>
              </a:rPr>
              <a:t>IDEA/SOLUTON: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develop an mentoring platform</a:t>
            </a:r>
            <a:r>
              <a:rPr lang="en-IN" dirty="0"/>
              <a:t> that bridges the gap between mentors and mentees</a:t>
            </a:r>
          </a:p>
          <a:p>
            <a:pPr algn="ctr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platform contains features like automated scheduling, integrated video communication  using API’s like Calendly, Zoom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platform will include a feedback review system, resource sharing, and dynamic matching of mentees and mentors.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361E62-4A50-FFD5-A0FE-F4D64B74E307}"/>
              </a:ext>
            </a:extLst>
          </p:cNvPr>
          <p:cNvSpPr/>
          <p:nvPr/>
        </p:nvSpPr>
        <p:spPr>
          <a:xfrm>
            <a:off x="6095999" y="3673822"/>
            <a:ext cx="5837584" cy="207727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b="1" dirty="0"/>
              <a:t>Unique Value Propositions (UVP)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AI-driven dynamic matching system ensures mentees are paired with suitable mentors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Calendar booking system that simplifies scheduling.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Gamification boosts engagement by rewarding mentees and mentors making the process interactive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6083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ByteForce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15F56C-FB6C-9729-D816-37462537320C}"/>
                  </a:ext>
                </a:extLst>
              </p14:cNvPr>
              <p14:cNvContentPartPr/>
              <p14:nvPr/>
            </p14:nvContentPartPr>
            <p14:xfrm>
              <a:off x="2393640" y="1308256"/>
              <a:ext cx="6096960" cy="3860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15F56C-FB6C-9729-D816-3746253732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0640" y="1245616"/>
                <a:ext cx="6222600" cy="398628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8673E3E-D56B-7C09-5CDE-EC5EAB0D0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3012" y="1581944"/>
            <a:ext cx="6856589" cy="421251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AF986A-30C2-76B5-C638-35C1F9996C9E}"/>
              </a:ext>
            </a:extLst>
          </p:cNvPr>
          <p:cNvSpPr/>
          <p:nvPr/>
        </p:nvSpPr>
        <p:spPr>
          <a:xfrm>
            <a:off x="450120" y="1435734"/>
            <a:ext cx="4048532" cy="435872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r>
              <a:rPr lang="en-GB" sz="2000" b="1" dirty="0">
                <a:solidFill>
                  <a:schemeClr val="tx1"/>
                </a:solidFill>
              </a:rPr>
              <a:t>Algorithm Development: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Python</a:t>
            </a:r>
            <a:r>
              <a:rPr lang="en-GB" dirty="0">
                <a:solidFill>
                  <a:schemeClr val="tx1"/>
                </a:solidFill>
              </a:rPr>
              <a:t> to develop the machine learning algorithm for Mentor Mentee Matching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400" dirty="0">
              <a:solidFill>
                <a:schemeClr val="tx1"/>
              </a:solidFill>
            </a:endParaRPr>
          </a:p>
          <a:p>
            <a:r>
              <a:rPr lang="en-GB" sz="2000" b="1" dirty="0">
                <a:solidFill>
                  <a:schemeClr val="tx1"/>
                </a:solidFill>
              </a:rPr>
              <a:t>Video and Text Communication</a:t>
            </a:r>
            <a:r>
              <a:rPr lang="en-GB" dirty="0">
                <a:solidFill>
                  <a:schemeClr val="tx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Using APIs </a:t>
            </a:r>
            <a:r>
              <a:rPr lang="en-GB" b="1" dirty="0">
                <a:solidFill>
                  <a:schemeClr val="tx1"/>
                </a:solidFill>
              </a:rPr>
              <a:t>Socket.io, Agora.io, Zoom API, </a:t>
            </a:r>
            <a:r>
              <a:rPr lang="en-GB" b="1" dirty="0" err="1">
                <a:solidFill>
                  <a:schemeClr val="tx1"/>
                </a:solidFill>
              </a:rPr>
              <a:t>Jitsi</a:t>
            </a:r>
            <a:r>
              <a:rPr lang="en-GB" b="1" dirty="0">
                <a:solidFill>
                  <a:schemeClr val="tx1"/>
                </a:solidFill>
              </a:rPr>
              <a:t> Meet.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500" b="1" dirty="0">
              <a:solidFill>
                <a:schemeClr val="tx1"/>
              </a:solidFill>
            </a:endParaRPr>
          </a:p>
          <a:p>
            <a:r>
              <a:rPr lang="en-GB" sz="2000" b="1" dirty="0">
                <a:solidFill>
                  <a:schemeClr val="tx1"/>
                </a:solidFill>
              </a:rPr>
              <a:t>Cloud services: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AWS</a:t>
            </a:r>
            <a:r>
              <a:rPr lang="en-GB" dirty="0">
                <a:solidFill>
                  <a:schemeClr val="tx1"/>
                </a:solidFill>
              </a:rPr>
              <a:t> – hosting our application and scaling
</a:t>
            </a:r>
            <a:r>
              <a:rPr lang="en-GB" b="1" dirty="0">
                <a:solidFill>
                  <a:schemeClr val="tx1"/>
                </a:solidFill>
              </a:rPr>
              <a:t>MongoDB </a:t>
            </a:r>
            <a:r>
              <a:rPr lang="en-GB" dirty="0">
                <a:solidFill>
                  <a:schemeClr val="tx1"/>
                </a:solidFill>
              </a:rPr>
              <a:t>– storing user data, mentor profiles, and matching information.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62455" y="14309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Idea submission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881A248B-B7B3-4BA2-A166-FAE5E20BF8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2196" y="187748"/>
            <a:ext cx="158672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ByteForce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BC8D56-B6B7-9162-59AD-AE576D012624}"/>
              </a:ext>
            </a:extLst>
          </p:cNvPr>
          <p:cNvSpPr/>
          <p:nvPr/>
        </p:nvSpPr>
        <p:spPr>
          <a:xfrm>
            <a:off x="845572" y="1514167"/>
            <a:ext cx="3392131" cy="4454013"/>
          </a:xfrm>
          <a:prstGeom prst="rect">
            <a:avLst/>
          </a:prstGeom>
          <a:effectLst>
            <a:innerShdw blurRad="25400" dist="50800" dir="18900000">
              <a:schemeClr val="accent2">
                <a:lumMod val="75000"/>
                <a:alpha val="41000"/>
              </a:schemeClr>
            </a:inn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IN" sz="1200" dirty="0"/>
          </a:p>
          <a:p>
            <a:pPr algn="ctr"/>
            <a:r>
              <a:rPr lang="en-IN" b="1" dirty="0"/>
              <a:t>EXISTING SYSTEMS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 err="1"/>
              <a:t>MentorCruise</a:t>
            </a:r>
            <a:endParaRPr lang="en-IN" dirty="0"/>
          </a:p>
          <a:p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 err="1"/>
              <a:t>GrowthMentor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Clarity.fm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 err="1"/>
              <a:t>ADPList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PRSA Mentor Connect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DB8D7-B6FA-4C6C-EB90-6D951AB476CA}"/>
              </a:ext>
            </a:extLst>
          </p:cNvPr>
          <p:cNvSpPr/>
          <p:nvPr/>
        </p:nvSpPr>
        <p:spPr>
          <a:xfrm>
            <a:off x="4503174" y="1514168"/>
            <a:ext cx="7079226" cy="179930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Technical feasibility: It is feasible using APIs for video calls, calendars, and AI-based matching, though AI may require more development time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Scheduling, meetups, and skill-based matching enhance efficiency by automating mentor-mentee connections, making the process personalized.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34B6EB-747B-267B-2E64-FF788E92117A}"/>
              </a:ext>
            </a:extLst>
          </p:cNvPr>
          <p:cNvSpPr/>
          <p:nvPr/>
        </p:nvSpPr>
        <p:spPr>
          <a:xfrm>
            <a:off x="4503174" y="3313471"/>
            <a:ext cx="7079226" cy="15159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Potential 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Ease of Use: Creating an intuitive and user-friendly interface can be difficult.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Adoption Rates: Encouraging both mentors and mentees to adopt and regularly use the platform might require significant effort.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75F94F-208C-70DD-9C4F-67D4664BF363}"/>
              </a:ext>
            </a:extLst>
          </p:cNvPr>
          <p:cNvSpPr/>
          <p:nvPr/>
        </p:nvSpPr>
        <p:spPr>
          <a:xfrm>
            <a:off x="4503174" y="4838799"/>
            <a:ext cx="7079226" cy="11293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Strategies to overcome: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 Testing: Conduct usability testing with target users to identify pain points.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Engagement Strategies: Use marketing, incentives, and community-building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15895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39FAE393-4007-4055-AB9B-4973C11E17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3913" y="259466"/>
            <a:ext cx="159452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ByteForce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FFFD8A-8B84-745C-88EC-1E833A07028D}"/>
              </a:ext>
            </a:extLst>
          </p:cNvPr>
          <p:cNvSpPr/>
          <p:nvPr/>
        </p:nvSpPr>
        <p:spPr>
          <a:xfrm>
            <a:off x="609598" y="1699926"/>
            <a:ext cx="3519949" cy="172907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000" b="1" dirty="0"/>
              <a:t>Enhanced Learning:</a:t>
            </a:r>
          </a:p>
          <a:p>
            <a:pPr algn="ctr"/>
            <a:endParaRPr lang="en-IN" sz="800" b="1" dirty="0"/>
          </a:p>
          <a:p>
            <a:pPr marL="285750" indent="-285750">
              <a:buSzPct val="82000"/>
              <a:buFont typeface="Arial" panose="020B0604020202020204" pitchFamily="34" charset="0"/>
              <a:buChar char="•"/>
            </a:pPr>
            <a:r>
              <a:rPr lang="en-IN" dirty="0"/>
              <a:t>Personalized guidance</a:t>
            </a:r>
          </a:p>
          <a:p>
            <a:pPr marL="285750" indent="-285750">
              <a:buSzPct val="82000"/>
              <a:buFont typeface="Arial" panose="020B0604020202020204" pitchFamily="34" charset="0"/>
              <a:buChar char="•"/>
            </a:pPr>
            <a:r>
              <a:rPr lang="en-IN" dirty="0"/>
              <a:t>Feedback and support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22B9424-00FF-8922-B670-7E97E558C14E}"/>
              </a:ext>
            </a:extLst>
          </p:cNvPr>
          <p:cNvSpPr/>
          <p:nvPr/>
        </p:nvSpPr>
        <p:spPr>
          <a:xfrm>
            <a:off x="4311906" y="1699926"/>
            <a:ext cx="3789878" cy="172907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000" b="1" dirty="0"/>
              <a:t>Career Guidance: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Industry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Job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Insights into career paths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4591812-197D-51B0-1C91-3D9FB757DE63}"/>
              </a:ext>
            </a:extLst>
          </p:cNvPr>
          <p:cNvSpPr/>
          <p:nvPr/>
        </p:nvSpPr>
        <p:spPr>
          <a:xfrm>
            <a:off x="528274" y="3826971"/>
            <a:ext cx="3601273" cy="154462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IN" sz="2000" b="1" dirty="0"/>
              <a:t>Networking Opportunities: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Connect with professionals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Expanding their networks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C01A67-3BDB-4F82-8B66-D838E5B20D34}"/>
              </a:ext>
            </a:extLst>
          </p:cNvPr>
          <p:cNvSpPr/>
          <p:nvPr/>
        </p:nvSpPr>
        <p:spPr>
          <a:xfrm>
            <a:off x="4311907" y="3826971"/>
            <a:ext cx="3789878" cy="154462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000" b="1" dirty="0"/>
              <a:t>Time Commitment: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Students and mentors need to invest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 Challenging for busy individuals.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BF632-ECB3-3AFF-0818-169C77D50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143" y="1514167"/>
            <a:ext cx="3766343" cy="414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Idea submission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7122456D-0AB0-4DA2-9020-387E166693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3914" y="259466"/>
            <a:ext cx="15746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ByteForce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EC942A-D8F7-0A6A-E18B-E23D3122E5F3}"/>
              </a:ext>
            </a:extLst>
          </p:cNvPr>
          <p:cNvSpPr txBox="1"/>
          <p:nvPr/>
        </p:nvSpPr>
        <p:spPr>
          <a:xfrm>
            <a:off x="1375889" y="2475673"/>
            <a:ext cx="8573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https://archive.org/details/mentorsguidefaci0000zach/page/n9/mode/2up?view=theater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8194C-4102-B90C-D6CD-569BE6A201B1}"/>
              </a:ext>
            </a:extLst>
          </p:cNvPr>
          <p:cNvSpPr txBox="1"/>
          <p:nvPr/>
        </p:nvSpPr>
        <p:spPr>
          <a:xfrm>
            <a:off x="1100586" y="1907458"/>
            <a:ext cx="3687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Reference Books: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E6A8D-DCC7-7E14-9A34-D39D3D61E7AC}"/>
              </a:ext>
            </a:extLst>
          </p:cNvPr>
          <p:cNvSpPr txBox="1"/>
          <p:nvPr/>
        </p:nvSpPr>
        <p:spPr>
          <a:xfrm>
            <a:off x="1100586" y="3059668"/>
            <a:ext cx="3166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Reference Links: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B8B27-B6EF-486D-3714-CAADA308E300}"/>
              </a:ext>
            </a:extLst>
          </p:cNvPr>
          <p:cNvSpPr txBox="1"/>
          <p:nvPr/>
        </p:nvSpPr>
        <p:spPr>
          <a:xfrm>
            <a:off x="1375889" y="3594417"/>
            <a:ext cx="6971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  <a:hlinkClick r:id="rId5"/>
              </a:rPr>
              <a:t>https://www.togetherplatform.com/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>
              <a:solidFill>
                <a:prstClr val="black"/>
              </a:solidFill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  <a:hlinkClick r:id="rId6"/>
              </a:rPr>
              <a:t>https://api.zoom.us/v2/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 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A7D1A241-78C2-8346-CE82-99BAFEB24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5889" y="4761725"/>
            <a:ext cx="10344162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kumimoji="0" lang="en-US" sz="18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Chronus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: Offers customizable mentoring software that facilitates matching based on participant goals and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8268</TotalTime>
  <Words>478</Words>
  <Application>Microsoft Office PowerPoint</Application>
  <PresentationFormat>Widescreen</PresentationFormat>
  <Paragraphs>103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Courier New</vt:lpstr>
      <vt:lpstr>Garamond</vt:lpstr>
      <vt:lpstr>Times New Roman</vt:lpstr>
      <vt:lpstr>TradeGothic</vt:lpstr>
      <vt:lpstr>Office Theme</vt:lpstr>
      <vt:lpstr>SMART INDIA HACKATHON 2024</vt:lpstr>
      <vt:lpstr> WISEGUIDE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Vasy .</cp:lastModifiedBy>
  <cp:revision>151</cp:revision>
  <dcterms:created xsi:type="dcterms:W3CDTF">2013-12-12T18:46:50Z</dcterms:created>
  <dcterms:modified xsi:type="dcterms:W3CDTF">2025-09-14T11:50:38Z</dcterms:modified>
  <cp:category/>
</cp:coreProperties>
</file>